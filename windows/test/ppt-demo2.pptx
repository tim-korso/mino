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621" y="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1AC77D-E013-8E5E-7944-504B1F55F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ED0D56-2D58-4C09-878B-F36855E55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F14B26-4212-998B-F9A8-BABC8E3DD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5138-0E8F-4597-AE41-9F23F4C8404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3F69F1-C931-69FB-C905-8873AB1A5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38FF07-DFFB-59AE-E096-749635795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D515-4777-406F-946D-909FCC3E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173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59FC3-84A6-481E-9FB6-8EF4BB88E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337892-5577-E815-6AA1-C268D79BD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C43175-77F4-4FFC-1891-0EEA1C087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5138-0E8F-4597-AE41-9F23F4C8404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3A7CEB-755E-272F-BDB2-5CBDFA710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8CD8A1-B25B-0CA3-2C8F-B770F0B85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D515-4777-406F-946D-909FCC3E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184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A353EC-BC72-1199-2727-41586E663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576B60-C94C-CDB3-8188-17B6E7360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8358DD-AC84-F53A-F5D2-208352A5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5138-0E8F-4597-AE41-9F23F4C8404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F6F2C3-9F39-B58A-0A20-D817170A9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CC2A2F-D791-D568-AB51-F379ABDF5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D515-4777-406F-946D-909FCC3E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34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0F0551-DCFB-1116-4FC2-0687D62B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A3E7B3-7A9A-E11F-8BD0-02E1B5ADA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089C44-82C9-48EC-73F0-7DE5143B3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1DB8A0-75D8-5183-8392-03444571E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5138-0E8F-4597-AE41-9F23F4C8404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84EBD7-B507-E55A-06E7-F12E7983F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17CF37-74B2-8668-5DD9-9C5CB61B9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D515-4777-406F-946D-909FCC3E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696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0D600-67C4-EA54-A188-877EB7F11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44734D-A7B8-6040-851C-61A169306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BA50B4-D397-FA6A-36CE-AC683CBD3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239C56-8A67-B6A6-4786-1D9FBD22A3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3BE418-7FE2-D1C7-33EA-D2763A895C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356838-CFB1-9E72-FD1E-A578C2B43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5138-0E8F-4597-AE41-9F23F4C8404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25EFC8B-0B9D-E78A-4195-D20F38256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D2ADFE-972F-EDC6-A70E-C528678E1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D515-4777-406F-946D-909FCC3E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014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2ED01-3CB7-2013-301E-8EC54C3DC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1547A5-B064-4016-6D28-1C413F7F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5138-0E8F-4597-AE41-9F23F4C8404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E796F1-B7B5-432D-8FA5-0450CA9B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7461D7-D8EC-0BBF-A894-DF30C62D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D515-4777-406F-946D-909FCC3E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996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06352B-3C44-6FB5-0251-17F300286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5138-0E8F-4597-AE41-9F23F4C8404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1CD96B3-EDBF-84C0-9F29-9831F4B8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768DC0-602B-EB41-53E7-5E0D7413F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D515-4777-406F-946D-909FCC3E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883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32182-4C78-09E0-FFDB-61F0D4F1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522EE1-21C0-DF38-26D5-3F37ACB73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27C6D9-5C38-7D35-55CF-0E0687880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C1328B-0AB7-90DE-7AC0-4440B23CB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5138-0E8F-4597-AE41-9F23F4C8404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54550E-FA07-8A28-82E0-417F64A43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2E5C42-9367-A6B2-6BA4-8C5642E8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D515-4777-406F-946D-909FCC3E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29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1526DE-96E1-2C1A-19B4-4D9955ED9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F6A26B4-C969-1F8E-E124-228F033F71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8109B8-A6EA-40C9-69D3-704D03F20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2FEAB8-537F-15F0-71B6-E60947690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5138-0E8F-4597-AE41-9F23F4C8404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C56C1E-4963-B236-BD69-0F841AE03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15B081-7751-5E09-2165-A2F8B208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D515-4777-406F-946D-909FCC3E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571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4C38C5-D57B-BF0B-616C-DDD6CF80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6C16E7-B4B3-046B-329D-7E632DB76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4E1342-B60E-66D4-21D4-11016C54A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5138-0E8F-4597-AE41-9F23F4C8404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778E0-2C80-67D7-C031-321574E92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EE8D6E-7FF9-5B79-C977-4844904F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D515-4777-406F-946D-909FCC3E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839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E890E3-546C-6788-FA1C-DEF60EF7F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A242CE-C838-D606-8D4C-EF1320410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A88BE3-B58D-4F41-C344-27B2A9852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5138-0E8F-4597-AE41-9F23F4C8404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70ABCA-625C-4D3A-8D16-FC205B49E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DDFED4-DDE0-F956-0F37-D405CF672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D515-4777-406F-946D-909FCC3E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146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234BAA-0F9C-2790-F6FC-F4BE7A3B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E5EEFC7E-B00F-7FC0-D2D1-F9CBE9A23282}"/>
              </a:ext>
            </a:extLst>
          </p:cNvPr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A1AD58-BBAF-EF78-255A-C082178C4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85138-0E8F-4597-AE41-9F23F4C8404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EEF22B-D725-8C58-B2D0-83B208077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D85EE0-7F9E-3051-C082-9BB4B91B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0D515-4777-406F-946D-909FCC3E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359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364D0CE-5C59-068D-396D-E22C291E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555081-843F-7C3F-A42A-39FB694DF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11604F-53FF-2E41-A15D-E9902DAAAB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085138-0E8F-4597-AE41-9F23F4C84049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5D85A3-DA9B-B0D6-3E5B-3DAD29189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8D0D1A-FC5B-84E3-8CA4-D9A74C7CB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D0D515-4777-406F-946D-909FCC3EF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30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17DA6-4A1F-FBE7-754C-E24B77A93C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Hope Farm Weekly Report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4CDB7E-2D03-BF4C-E88A-6D4CBF12D0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082434"/>
      </p:ext>
    </p:extLst>
  </p:cSld>
  <p:clrMapOvr>
    <a:masterClrMapping/>
  </p:clrMapOvr>
  <p:transition spd="slow" advTm="3000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50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7FD91A-67AC-F466-7446-6321778C4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Sales Data</a:t>
            </a:r>
            <a:endParaRPr lang="zh-CN" altLang="en-US"/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21ACF952-0B30-D56C-4732-AEE84EC2CFA9}"/>
              </a:ext>
            </a:extLst>
          </p:cNvPr>
          <p:cNvSpPr>
            <a:spLocks noGrp="1"/>
          </p:cNvSpPr>
          <p:nvPr>
            <p:ph type="tbl" idx="1"/>
          </p:nvPr>
        </p:nvSpPr>
        <p:spPr/>
      </p:sp>
    </p:spTree>
    <p:extLst>
      <p:ext uri="{BB962C8B-B14F-4D97-AF65-F5344CB8AC3E}">
        <p14:creationId xmlns:p14="http://schemas.microsoft.com/office/powerpoint/2010/main" val="1730472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Hope Farm Weekly Report</vt:lpstr>
      <vt:lpstr>Sales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 zheng</dc:creator>
  <cp:lastModifiedBy>meng zheng</cp:lastModifiedBy>
  <cp:revision>5</cp:revision>
  <dcterms:created xsi:type="dcterms:W3CDTF">2026-07-23T14:59:38Z</dcterms:created>
  <dcterms:modified xsi:type="dcterms:W3CDTF">2026-07-23T15:00:56Z</dcterms:modified>
</cp:coreProperties>
</file>