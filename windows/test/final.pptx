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6BB01-5127-9F29-0443-79F227C16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EA2246-9294-E759-B458-DF6A9C46D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AE055B-36DB-A81C-514D-BE2CD7583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7C971E-2762-2426-02FC-C0EAF084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F27AD4-5D50-451C-24EF-12019A35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07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B4F56-24A7-B9E8-58C9-E04F7CA4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574C63-752D-3B6C-990C-448D92467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D8E740-2B12-61E3-C752-7EC37943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B39E84-2099-A45C-F90B-2A35EAB1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A3409-B869-ED60-A994-F6EDD42CC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45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9F83E-A0B8-2225-6CF1-5444DB45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110449-9B2D-637F-63F4-DCBA7F3AB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B0D707-A5A2-E87D-F0F0-9D855888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DD95D6-B013-A012-EAB6-7A160E51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48884A-2895-8C85-2D5D-723D7E40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141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1A66E-B7F6-B301-86F8-485FABDD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725CE6-0251-4FD7-1973-2A80CDF20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6C7B9E-23D6-21DE-A6B1-30E123296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1AE53D-A0BB-D43A-E20E-8A40DEDB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0F215B-6064-5036-EA52-19F80DC8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6EDF3C-9DC8-8A3E-DA2E-D6607FAE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02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32891-8066-08ED-54C3-460935319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221E37-AF19-1604-231C-EE1FF3231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B35CDB-1D1E-C856-136F-772609EC9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D6C99B-390E-3F89-6748-2D181D5F7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ECDF56-BBE8-939A-7D05-FA2A7F5AE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57BD07-8D57-3183-5467-83900059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46F298-BCF7-D1D7-15AF-180B80AA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4C3DE0-0AEE-B1F5-5144-1AA64B5D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259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900EB-61F4-EDB2-235B-35343C270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A7BCA4-06EF-3FD0-D1DB-7BFAAC95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9EFC65-F26F-31E3-6444-F9EAB490C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F2B85A-F5EF-66AA-099C-28369075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79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47DE9D-81B9-F4A1-2AB6-B9D3BCEC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2B09BA-150D-03B0-CF61-60A20350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BA816E-642E-FB10-4BEE-271C2721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9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A7946-85FE-065C-F115-933AA5D8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0DDD8-C86F-CCEE-EBE8-75F501E0C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97F169-BDD2-DD61-E36D-36E71A3DF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B0237E-C4CB-3BE5-5AD2-1432C983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5EEE1B-A256-2936-A412-FA8E658B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A20415-1B7F-1885-CF66-F9E3AF04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79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6197E-E6A2-3DBD-32DA-2F6F8CF0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613189-E2DF-C25D-9AA4-A21DC90BF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002913-F01B-7E4A-7EF9-01CBA6D10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E2899E-77E8-0E31-F30E-FB4C3A1A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3B95B7-FAD9-77B2-ABE6-0CDE1BB3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6F992C-FDDB-104A-1239-CCD0E131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15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7B68C-8E4B-4AE7-4286-CF8621356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0508E4-A067-7781-D455-5C932804D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C3C6A4-81CC-BC98-0D39-49C02E40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2F6887-2FD5-B14B-6232-E66D780C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63FBFC-D35A-E330-A64B-BADE04FB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775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1607F37-2BEA-CE7E-5C87-E8BEA3331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E6EF81-60B7-5A13-5216-87A28F292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7B333A-4C4C-C17B-719A-67457E93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94806-5F91-01FD-52F6-2FCAD9EA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A412E2-91C9-8B40-77F6-068A507C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536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C5E96-3392-D475-1BBC-C412AF07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AC429C35-D48E-1715-908A-0D7F9E0AFF8B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C3B721-EE7F-B638-3E33-74A3ACAF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F02F8-D4E7-9172-5A8D-94B9B14A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851E3-797D-2A36-0DA5-14540BD6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671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0F52E-240A-8DB3-59F3-3FDB73C4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44DA7406-3A2E-C787-489B-624F3A4092EA}"/>
              </a:ext>
            </a:extLst>
          </p:cNvPr>
          <p:cNvSpPr>
            <a:spLocks noGrp="1"/>
          </p:cNvSpPr>
          <p:nvPr>
            <p:ph type="dgm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EF5908-16EC-C842-2A02-68B22F58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A890E-DD65-8BFE-C394-DBC3F203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C93EB1-0CAD-EFDD-15E4-F13907DE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37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E1D4BE-3F4F-AF58-950E-5FDBFD728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E43383-D99C-7EAC-2FA5-B55D99A1A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DE5109-0AA2-F58F-889E-4F716AD76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0025CE-909C-47AB-A7D9-E1DCD5A2CC2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4FCB98-E018-C910-8195-00313C9E2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03806C-5244-3F0F-E56B-40C7573ED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10FFB-E7A4-459D-8EB8-F9A340729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04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21ADB-29C7-50B8-41C0-A6B28B99C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BF9271-33A1-DBFF-4216-5916E0E11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231311"/>
      </p:ext>
    </p:extLst>
  </p:cSld>
  <p:clrMapOvr>
    <a:masterClrMapping/>
  </p:clrMapOvr>
  <p:transition spd="slow" advTm="5000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F6654-3373-4E20-057E-3C6B55C454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PPT COM Automation - Verified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D8D06-2239-7CD9-F6F6-23D8EFE0B3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13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50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4E993-E886-5860-26B2-EBE8E4A7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Q2 2026 Results</a:t>
            </a:r>
            <a:endParaRPr lang="zh-CN" altLang="en-US"/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F6AEE8A9-C803-482C-E435-C220EE043430}"/>
              </a:ext>
            </a:extLst>
          </p:cNvPr>
          <p:cNvSpPr>
            <a:spLocks noGrp="1"/>
          </p:cNvSpPr>
          <p:nvPr>
            <p:ph type="tbl" idx="1"/>
          </p:nvPr>
        </p:nvSpPr>
        <p:spPr/>
      </p:sp>
    </p:spTree>
    <p:extLst>
      <p:ext uri="{BB962C8B-B14F-4D97-AF65-F5344CB8AC3E}">
        <p14:creationId xmlns:p14="http://schemas.microsoft.com/office/powerpoint/2010/main" val="408536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7517A-AEF7-9EC3-09BE-921B971D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</a:t>
            </a:r>
            <a:endParaRPr lang="zh-CN" altLang="en-US"/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7B7AEC1E-FA8F-B5BA-1AA9-5D076C771DE5}"/>
              </a:ext>
            </a:extLst>
          </p:cNvPr>
          <p:cNvSpPr>
            <a:spLocks noGrp="1"/>
          </p:cNvSpPr>
          <p:nvPr>
            <p:ph type="dgm" idx="1"/>
          </p:nvPr>
        </p:nvSpPr>
        <p:spPr/>
      </p:sp>
    </p:spTree>
    <p:extLst>
      <p:ext uri="{BB962C8B-B14F-4D97-AF65-F5344CB8AC3E}">
        <p14:creationId xmlns:p14="http://schemas.microsoft.com/office/powerpoint/2010/main" val="105853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宽屏</PresentationFormat>
  <Paragraphs>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PPT COM Automation - Verified</vt:lpstr>
      <vt:lpstr>Q2 2026 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6</cp:revision>
  <dcterms:created xsi:type="dcterms:W3CDTF">2026-07-23T15:03:57Z</dcterms:created>
  <dcterms:modified xsi:type="dcterms:W3CDTF">2026-07-23T15:05:06Z</dcterms:modified>
</cp:coreProperties>
</file>