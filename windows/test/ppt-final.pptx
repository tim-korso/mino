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621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5C076-35FA-14E7-B61B-DE2BEA0A4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AA6C0A-E91A-5335-A91F-EF4B494F4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558B20-63BA-0778-09F5-3FD7BF2E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31655B-6506-8B3D-01D6-FBFB72B4C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E6B0BE-0820-D9EC-FBA1-2B5CC0DF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87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BC9EA-9BEF-EAE2-4C5D-FEEDF432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C700F9-F205-4570-1C20-EA52D98FE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3B3A03-6543-8D4A-380C-3E34A1F84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419081-80F9-C226-91A3-5956E4AE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D24952-74E9-B6E1-DDDD-747CFDC9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113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BD89E-95EA-44F8-D125-01CAD6310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EAF81E-B731-C71D-E8BE-A98F320F7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FE9423-FD39-BEBB-8F81-536272679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FB51CB-2264-EA86-1A65-AD5D9137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946074-C7F8-9C0F-5B8C-F8C9C0DAD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32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50DE7-CF3E-C596-D91E-D29428F88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7F1285-5CA1-9E1E-F77D-270E6F970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9F615F-4359-DF91-6D78-79277440B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EA7438-45F5-FBD7-090F-E873DD75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160E86-07EB-6D85-7755-77DBB1A8D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ECFA79-193B-9A77-7332-4AC11B709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776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A51F8-E9C8-CC77-3D47-F1067E4DC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6C718B-4724-5499-BB7E-7CC70D661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6C778E-C322-518C-640E-5A1211EED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04F3C3-93BA-C9A4-0706-0766ECD3F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74E0A6-9C7B-4B69-ADA3-3029E9EF0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CA5E69-5528-0886-9317-8E2C7701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1486C8-0C69-9E53-3FF1-44EF3258C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AFBF17-FC2C-840F-360D-B301D3CF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69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48689-B372-BA74-BB1B-AD56B606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712CF7-3799-FA09-A030-D538C2017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F1A360-06BE-5BD2-6C8F-42204647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BB4A75-C085-3611-F232-7960E0CA2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21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3A5FA9-DE41-C5B1-BA6E-E70991DCD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66ECBC-D6A2-6F4A-77FA-E8297566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186D79-6EB7-083B-FD4C-1AA0974D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839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8B928-D4E4-87D8-BA43-C8A88C77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A48BF2-2E4D-E793-2533-5816B63F6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6BF447-FF9B-0FE2-F3B7-6992BE7F0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F767F2-5245-0C65-ED2C-05F69C1CF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EB8CB9-94D2-4016-EE11-EC3B149E0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A51AF8-A14B-4CBB-3DE9-82BD2A7F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379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AA015-9371-B483-7DF1-EA07F2717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379FB0-C058-5A29-4CA7-6D3D3BF1B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ECDE41-322E-A8DE-9CA0-9BF446A8C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0DA46D-1392-76A6-4817-C8AF47DA0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3D3A86-889A-D7FF-1938-DD7144CDB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CCBCA4-5131-8150-4C42-85F6DE4D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00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ECDD9-B733-7D6E-5798-10CDC8C36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929C0C-1010-377C-5A28-C7F5EB09D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DCDF52-16E2-81FA-0915-642E82B1E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2EF6EB-9EE8-6D8B-083B-A082166C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08FCAB-5600-B94F-E363-67E3E1A96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023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B20D53-AB71-F874-9A23-F58E59A2C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B91A98-EB49-48BA-11D8-985F0ED3D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2BC02E-ED82-29CD-3C27-157EEBAA1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83B2E5-27F4-241D-F3B7-254C496D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F5107F-9D8E-0B55-EDF6-6A7AA3A5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375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9DCE2-095D-956D-5806-89738C05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93710956-05AB-C8C5-830B-1ADC2D5DE5A7}"/>
              </a:ext>
            </a:extLst>
          </p:cNvPr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DAACEA-9B19-9FC8-4404-B80A0375A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71037B-B468-A2CB-AADB-F21B8906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22BFA2-C434-36C5-BC8B-7E39549D3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9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5C488-10CB-F1F2-B8D5-0AE54A90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02971FC7-E970-2586-308E-1B8F546C2F31}"/>
              </a:ext>
            </a:extLst>
          </p:cNvPr>
          <p:cNvSpPr>
            <a:spLocks noGrp="1"/>
          </p:cNvSpPr>
          <p:nvPr>
            <p:ph type="dgm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7DF7E6-0675-CED9-A4D0-32D72FE31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178592-D91A-8823-05D7-0C6F44FE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096EC5-17FF-E351-4DC0-DBD75883E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56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633A80-CF97-22FF-4E6A-4EE41078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343B50-72B5-31A9-7421-315640D5E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9745B0-EEC5-4773-E430-C73397F95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61B5D-941A-4D12-8065-23DEAF4F32B6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2453A7-F6C1-8392-5F6E-A48D8014F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522C53-00CA-9E5E-17AC-7B53D6F4C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573B5-44EE-4D24-9731-585C8FC38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93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A92DE-FC2D-6277-D3E9-82C7E1A795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Final Test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081B24-6CDE-63D8-8272-48A702C0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935347"/>
      </p:ext>
    </p:extLst>
  </p:cSld>
  <p:clrMapOvr>
    <a:masterClrMapping/>
  </p:clrMapOvr>
  <p:transition spd="slow" advTm="3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100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6CC18-BDA4-B414-8F13-9E4EFA44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Q2 Results</a:t>
            </a:r>
            <a:endParaRPr lang="zh-CN" altLang="en-US"/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FFDC3625-FF1A-10E0-B568-957C69BDF1C7}"/>
              </a:ext>
            </a:extLst>
          </p:cNvPr>
          <p:cNvSpPr>
            <a:spLocks noGrp="1"/>
          </p:cNvSpPr>
          <p:nvPr>
            <p:ph type="tbl" idx="1"/>
          </p:nvPr>
        </p:nvSpPr>
        <p:spPr/>
      </p:sp>
    </p:spTree>
    <p:extLst>
      <p:ext uri="{BB962C8B-B14F-4D97-AF65-F5344CB8AC3E}">
        <p14:creationId xmlns:p14="http://schemas.microsoft.com/office/powerpoint/2010/main" val="1668256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6656E-64E7-4878-11AC-54D168BB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Summary</a:t>
            </a:r>
            <a:endParaRPr lang="zh-CN" altLang="en-US"/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A3BCD908-51A9-69D7-CD32-1A8561848939}"/>
              </a:ext>
            </a:extLst>
          </p:cNvPr>
          <p:cNvSpPr>
            <a:spLocks noGrp="1"/>
          </p:cNvSpPr>
          <p:nvPr>
            <p:ph type="dgm" idx="1"/>
          </p:nvPr>
        </p:nvSpPr>
        <p:spPr/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2B6A7C-D3D6-3780-4BDD-9FE236E5EBBE}"/>
              </a:ext>
            </a:extLst>
          </p:cNvPr>
          <p:cNvSpPr txBox="1"/>
          <p:nvPr/>
        </p:nvSpPr>
        <p:spPr>
          <a:xfrm>
            <a:off x="622300" y="1270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All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68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Final Test</vt:lpstr>
      <vt:lpstr>Q2 Results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zheng</dc:creator>
  <cp:lastModifiedBy>meng zheng</cp:lastModifiedBy>
  <cp:revision>7</cp:revision>
  <dcterms:created xsi:type="dcterms:W3CDTF">2026-07-23T15:01:43Z</dcterms:created>
  <dcterms:modified xsi:type="dcterms:W3CDTF">2026-07-23T15:02:40Z</dcterms:modified>
</cp:coreProperties>
</file>