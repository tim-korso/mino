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49EBA-8AAA-57AE-F83F-BB74515C9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7DE00B-82E8-1DA6-5F48-B7A6F17D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B5B779-7E80-598F-58A5-35D07278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AAB402-5414-9EE4-B812-BEF8820D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29BF8F-D7CF-4567-E5A5-0A3E3B25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65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82BFE-D112-C9CE-7EAE-50A36068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E5FDD6-EC27-FF1D-624C-FBF5165C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B21025-91EF-D885-68B7-49D0EB24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E3FED-2314-4223-623E-4900643E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E6631-A31C-8140-FDB4-9EA6039C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63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66CD8-2C5A-0D27-B1C3-A641A2C5E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D5058F-4A9A-D44D-9F60-DDC9D6FC3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8B7206-D276-4F9E-F33F-8A41FAB7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EC7BB1-5247-6167-BF93-728E8252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F53C7E-8DF6-0C5C-8C49-B7D4878B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2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78350-46DC-D8FF-0B22-E3B191EA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A3DDD-5CAF-348E-91CF-E9FB617E5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54F5E2-53A3-0A64-D71B-7A2F13CC9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3F01D9-36B6-1535-622A-067B0FB4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D7635-0770-5F94-5DEC-3CDAED90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4725FC-E14A-4A77-2189-5426037A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B2B8F-3354-F717-5098-980DC842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FF1CA-9A16-A420-7AA1-DDA670548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674A93-8739-56AE-0D2D-657ABB48F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5078C6-69F4-8136-A286-87E2AB3CC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951BEB-3D00-6068-B38D-3686A40E0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EF9880-ED51-6043-1645-209B033E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09F372-C111-F5B3-19B3-F959AD09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EA3C07-51EE-F12F-68D6-E7945204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14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AD5DE-D42E-EB85-182C-C5B81FC9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1382AC-59A9-3FC3-B48F-AE2BBCD1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AEE338-D568-D2F2-663F-8EEEA644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607ADF-817B-9358-1B92-8A7284DF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41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96C0A3-73FD-B41B-569B-20C84461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CAD1F1-5030-3ACD-F294-5898540B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E90070-A179-1F75-68DB-2441BBC2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36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36EA7-B3A4-823A-1DFD-C8DFEF1F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E0F7B-1EF2-455D-FA59-1C35A0E8B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2A9F0C-EB18-F353-5E0B-CC8729D0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564A4F-8B1F-C89A-6587-9EBF85FC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4D3C67-D718-A742-929D-C685E294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29CC54-D164-E4F1-27BC-EC93DAFE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11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CBCEC-9515-2596-4CC0-19EE21CD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69F140-3785-E365-5CCF-36A20C39D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F98053-7D9B-281A-821C-E18FCE71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C84288-C25A-4666-1AD3-5D186007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B30020-B5A4-AD22-51DF-E42F81D5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2DBB48-A78E-EFE2-114F-259AC96A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07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CAFAD-4A5B-3671-48E4-F6E23BF8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256907-17C8-A122-E029-C786FA7E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7118F4-02F9-DCE7-D252-5C887873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AD8E3E-5397-1BC2-79EC-BC843459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5A76E6-547F-B0B2-929D-033422B7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47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42EBD4-91AC-BD93-5192-7D74D43C0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83C9C9-5017-07E0-27A3-DB3FFF4BA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21F3A-0231-881C-6D08-D4C1351D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9CDE39-2342-C6D8-13DE-AF1E8360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2E1F9-DD59-A6D7-FE42-91633F1A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69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D7B681-31A1-7E74-4EFD-22E64D0B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B3D91E-50C2-968E-8C99-9EF75EDD0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4D8A9E-4726-5AE9-1074-976561C5E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26B5E-4CB5-4064-8F3E-43C7A6F8A83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99492E-DB31-7930-45F4-EB2004EC3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4C988-125B-CD34-6AF4-25885902E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A2962-5DEA-4099-A42F-BB8C647F3B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87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1</cp:revision>
  <dcterms:created xsi:type="dcterms:W3CDTF">2026-07-23T15:03:05Z</dcterms:created>
  <dcterms:modified xsi:type="dcterms:W3CDTF">2026-07-23T15:03:14Z</dcterms:modified>
</cp:coreProperties>
</file>