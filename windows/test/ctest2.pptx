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621" y="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D9674A-F74D-9291-2018-244F8B4908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5AB691A-59DD-9518-FB7A-55BCF7C19D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144DC3-0D85-EB9F-1747-6296510E3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B3F76-0B08-4251-BBA7-B9AA69BF7D94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B77610-FEC7-BE45-EA84-B3B6F9776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70FB3A-4839-37F1-11D6-55F3AF396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BAB59-8B90-41E6-8D76-1B97073126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7930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1A0D39-B848-E112-54E6-CB3B57BBD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9F13B8-211B-FB3E-CF99-1B284C9E7D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3747B2-7589-9D3D-96C0-3F81E3187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B3F76-0B08-4251-BBA7-B9AA69BF7D94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B3FE9B-B03B-3E67-64F6-F15917F68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7C4921-709D-352F-DA46-95E188814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BAB59-8B90-41E6-8D76-1B97073126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7345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89EA8D-31BF-8C0A-B75A-DDF4F8889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4E636CD-6518-8C13-F011-871416D59A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AB0C59-5379-0624-243D-CBD844C31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B3F76-0B08-4251-BBA7-B9AA69BF7D94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9FDB92-A7C3-64E4-864A-D202C3C04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639BB6-2C5D-4B96-554E-DD1D3EDA0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BAB59-8B90-41E6-8D76-1B97073126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2725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803F11-2114-EA4A-C09D-A9E0F5D7C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0E2318-78AC-852B-56FC-1DE08E9CE8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ACDD10A-4925-76D8-9F44-B72B79368C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7A29095-8EA5-2481-8346-678B9525C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B3F76-0B08-4251-BBA7-B9AA69BF7D94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7BD8310-F9E5-6C31-0439-9CA44BB3F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4622D40-9EEC-63F7-541B-1F6766E77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BAB59-8B90-41E6-8D76-1B97073126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4704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9D5FF3-9D95-11F3-9437-70A334399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178AEB8-3318-9C1D-F9ED-84AEE607F8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4EE565F-E3CA-ECEF-600C-8ECDC8822F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30F76D1-58F9-080F-4B76-D9BEC08198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0EEC1B5-D0A2-384D-779C-D88A59728E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1BBDE17-D2B8-F49E-B973-88372BA15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B3F76-0B08-4251-BBA7-B9AA69BF7D94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A2F7843-2AB1-54F2-8DD7-02715F9A6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76D5D95-3EC8-1665-5020-1F3561B5E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BAB59-8B90-41E6-8D76-1B97073126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717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185ADA-08F8-26D5-D9DC-107AC3932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51F74E1-D140-3B95-5D47-A78F60881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B3F76-0B08-4251-BBA7-B9AA69BF7D94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79C00DA-3079-5986-490B-3F9F7F736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E30A011-BFBA-7C74-6E50-9452BBD8B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BAB59-8B90-41E6-8D76-1B97073126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7222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4798603-4614-13B4-5714-D45385E51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B3F76-0B08-4251-BBA7-B9AA69BF7D94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606019B-3079-5ADA-3F3B-7CD2BE840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A9C3FB-C805-92EA-36EB-6140E1030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BAB59-8B90-41E6-8D76-1B97073126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0241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22880A-DC29-D2B9-995A-BA981C467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B7F8C5-8CBA-2CC7-597A-B7F4C12A6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29DA4AA-AA33-62FF-62B1-1C1AC2C4C7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9437050-CE4E-171B-454F-FA02C4A5F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B3F76-0B08-4251-BBA7-B9AA69BF7D94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192F2DA-48BE-D88C-D5ED-3103113A0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6732A6E-9DB2-A038-748B-791DCB7A9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BAB59-8B90-41E6-8D76-1B97073126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2296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FCCB59-F483-9DF0-79C6-67B4A8C1C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F667A92-2885-0D67-33B9-428ED674B4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589FE36-EF0E-6432-B2AA-14974D6B98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9A2CBE5-E752-ABBD-CEB3-B1DF440D1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B3F76-0B08-4251-BBA7-B9AA69BF7D94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B8675C4-4EFA-8313-7403-9373F7ED2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ED87247-B8F1-BDD6-0C97-3351FF8CB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BAB59-8B90-41E6-8D76-1B97073126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3578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38A8AA-B93D-7207-1BF2-6AC32F06C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B311E9F-3AEF-F9A9-1A74-C37E04822D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494A20-7C2D-DD34-7216-6CF203577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B3F76-0B08-4251-BBA7-B9AA69BF7D94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B0B7AD-EBFC-4913-315A-800563E59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EE5AC6-9574-1CB6-301C-D53BF7579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BAB59-8B90-41E6-8D76-1B97073126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7381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6D1EB3B-B442-4CBC-3D07-D1F5CBBD4F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1351C81-68F6-0F9E-BAC6-CB37A38914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987512-0873-30DE-85F4-CE8DACEF2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B3F76-0B08-4251-BBA7-B9AA69BF7D94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C40A54-D6AE-2301-594E-CC1003597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44112F-ED81-0514-B7F9-E16429E5F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BAB59-8B90-41E6-8D76-1B97073126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2178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CBE3210-F6C4-C3B4-8BD7-7A9EA8150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E202C61-BF70-0297-52E2-43EF3CAAA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DB763E-D2A0-32C3-EA6A-FD36F3BD47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8B3F76-0B08-4251-BBA7-B9AA69BF7D94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2C6CF3-2B61-C2C9-6772-00A3BE624C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F1C941-A3F2-8D5F-189E-C3BCFB4B44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ABAB59-8B90-41E6-8D76-1B97073126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0534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711BEC-80FB-9FD9-CA8E-BF87668CDE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FD8D646-9C73-B219-4454-1109996CD3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2329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meng zheng</dc:creator>
  <cp:lastModifiedBy>meng zheng</cp:lastModifiedBy>
  <cp:revision>1</cp:revision>
  <dcterms:created xsi:type="dcterms:W3CDTF">2026-07-23T15:05:31Z</dcterms:created>
  <dcterms:modified xsi:type="dcterms:W3CDTF">2026-07-23T15:06:00Z</dcterms:modified>
</cp:coreProperties>
</file>