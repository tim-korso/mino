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E7683-4ADA-680A-0F18-6ED66D2CD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40081C-9EFD-550E-33E5-00092908B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38FE69-0AEB-70B6-C055-D16B8209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087048-EA5B-6A25-B79E-7268052AC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CD2692-83D6-9738-01B2-A42FBDFF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683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D9981-2385-29A6-A0C8-AC9C3102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8A2EC5-6ED8-B080-5797-24E181525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0CBB5E-774B-26D6-0E81-30EEF9E1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F7C31E-FFE8-28D6-E69A-313606AF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8EBFE0-F1AA-2B2B-79D3-5F16525C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12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9AF88-6363-392C-C4C0-D4DA4EE8E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E9167C-6616-CC46-2224-BE5FB561C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4E7680-E998-4690-2710-6ED1A4D94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E8ED9-5F5A-1246-348B-9ADCA76A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D488D3-C52A-6671-2022-87555860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92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004862-9616-0C29-962D-55DAB397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D35114-EBAA-2476-CAD7-29F208ADB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834EF6-9E45-E73C-A1F1-63D384068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F08959-1E06-478D-B341-30C42F46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563302-AB3B-89C8-CEC7-256EE8D2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DF04B4-6F9F-8DBD-B39C-28534C60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18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63B13-5840-5238-6A0B-9CEC76831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C75DA-01E9-5416-D48D-8AA156CDB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0A9CF6-96D7-5D7B-F1F1-549A27745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8D03DA-1720-7BB2-368B-AB4A769EF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115327-1EB3-B9C1-3D69-FDE44E0A8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5BB555-A825-DF97-248F-1C43FA00F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4AB0884-522E-7D9C-6D52-81A0E8E6F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C7662E-6E82-22A7-27D0-DDD060E87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65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59AA5-4D6D-342F-6349-C838A066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DAE39A-7487-71DC-CB44-0128CEA7C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878824-29DB-0072-5FD0-5267FC6A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A56644-CD49-F636-6992-4BF582A6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91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221937-F2F0-368B-1367-93EE439A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72401B-735E-99E2-8F8F-0B4CEB90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0CDCA5-01D9-DF68-AC83-E60B1C0B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22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2FBE4-983E-110D-1DC8-3704630A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8ECD4-C448-D936-B8EC-24DF2B874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4D8C5-006B-1C0F-D558-201DF4990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CB0987-313D-F175-9B5F-B20D3C99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EF826F-7912-B63E-B98A-4FF81BF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928F70-BE56-B396-6FA5-F2A41F860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99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000B4-0E9B-5334-D4B8-59701A755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C51E84-721D-C4A1-B431-D91593EAF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8405A2-BB84-50EB-B71C-BE21E9456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877943-1144-F058-42D7-74C598DE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68283B-DE3A-315C-AAAD-61D6E3E34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17234E-99F6-B3C2-CC41-698FF572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82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D036F-EACD-F1C5-3007-0375A7F1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6414A4-4CC8-AD0E-A629-BC1E4A1DD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5BE3B-2E93-14D5-D166-2DAD4DA2E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9FE96-7C9D-1F61-B57E-CCD0B480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831DA-9EDD-68B5-0D35-E3894D8C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263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A58152-31A9-A924-C65E-21ABB757C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F40BE0-E215-4B8D-EAD1-37B1BC3D7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75A382-CC78-FE2A-0215-5382B42B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580147-4194-3847-D9A4-4180F5C3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AF34D9-E178-1F76-18B7-B49314A8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83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A62840-CA7A-3E93-0764-A7A58A5B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28B164-B69C-9853-9888-E1D776BD3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CCD1EA-794B-A27E-58FA-54BDF85E9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FE5A9-4A99-4CA7-AC40-B68151522DB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52A2DE-C88B-9269-F462-36971CE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9B7E44-2EE0-C77B-8165-3715BCA82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0C000-35EF-442A-BCDE-FC2B1260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460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15AC6-C253-F8B9-0331-D7E03FD177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D79073-7516-DCBF-2FAE-BFEEE09E10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000307"/>
      </p:ext>
    </p:extLst>
  </p:cSld>
  <p:clrMapOvr>
    <a:masterClrMapping/>
  </p:clrMapOvr>
  <p:transition spd="slow" advTm="2000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D0A9-2956-BFF6-6D6D-D1625082EB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Test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4500C3-43BD-0FAE-DE6B-C63755DCA6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2741C4-5217-1175-76FA-CC0EEA791719}"/>
              </a:ext>
            </a:extLst>
          </p:cNvPr>
          <p:cNvSpPr txBox="1"/>
          <p:nvPr/>
        </p:nvSpPr>
        <p:spPr>
          <a:xfrm>
            <a:off x="1270000" y="1270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Hello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1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100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5</cp:revision>
  <dcterms:created xsi:type="dcterms:W3CDTF">2026-07-23T15:08:44Z</dcterms:created>
  <dcterms:modified xsi:type="dcterms:W3CDTF">2026-07-23T15:09:26Z</dcterms:modified>
</cp:coreProperties>
</file>