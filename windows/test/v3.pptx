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5A802-BCD2-7B2E-DFBA-F4C1554F2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CFDEF1-7D4C-33C5-317B-E020DC7A6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A6083-C3A5-E52D-8587-9706E820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D2238-3283-D4E1-09A4-7BA93B43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5D324-D052-3A6C-3549-F183C3BB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99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12921-6849-D865-D234-48BA92D2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E993C4-2E4C-D8D2-CA25-92468C669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DB9A1-15F7-24DC-0E09-9E6657C2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25929-6444-A8E8-147A-413255FC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5509C-C2E9-5E9F-DA5F-DB4EC6F2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57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D9EEA-FC5B-9A4B-C622-3513E0F4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3BA4CD-BDE5-E33A-AFC0-3A6838CC2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8548B-EAF7-6155-7F01-1496A356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C53047-46EA-501E-7BD6-A254C0D7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8B01B-C3EB-DB82-7C15-C526909F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72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2719B-0F22-FB0C-BE90-5CD6C46D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E20814-1A2A-FDA7-6B7F-311C64850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6D9721-6772-BBC8-44A7-8E4A48A3F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58005-DE7F-5B99-9031-E7A02DC5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B25F5A-E68D-FA5E-32DA-FB236949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43ACF8-8201-F242-CEB0-49167BEE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3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DE1A2-7D85-01F5-9E9D-89DF3066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6390DD-291B-D292-AA2E-8345EA4B7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B202B0-F865-D294-F31D-BC5C3E82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99F384-5122-6C95-D48A-D647FE0BA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F6AB5E-77FA-45A1-DF1B-BB0AB0F1C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953FD3-C293-6D64-305C-FBA4896D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BE462A-7BF5-B933-0014-2CCDF6CD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B108E4-5F23-E0AF-6A12-F80CB905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3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3C899-70A7-637F-EFD8-D075EFCB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F1633D-C84D-AB69-8E81-EE450AC1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EB7DD-0633-3FA4-7BB5-467CAC3A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3B7282-2E28-EE2B-EB13-5F6C249C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68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ACE303-290C-5128-216B-E794B47C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B66B22-FA4D-3778-D8FC-894129A8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8E7D53-4CEE-99C8-599F-F1E8B964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79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62B93-5113-2FF1-DABA-E95D61D3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6AF3B-F7C1-8C3A-5518-F2DB32084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0C3E6F-A844-95E1-36C4-9D1E5F4B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C8BA2F-043B-DFD1-91FF-17D90C8B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4C5090-C3F2-244D-DEF8-13796FB3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1A05BD-81B6-E55F-0760-0EE333CC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70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AD6CF-A074-16BA-F63C-8046EC4E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28A7F3-FA0E-EEEB-6592-84D2BF6E8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786E0A-F139-FA84-6411-C9F20A817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E5C40-4BB0-9396-EA1A-74635055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63EF6-B817-F5E6-8AC9-A7BC70A2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61F005-0F33-F403-BB2D-0C9EE924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90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DC7B5-B9B7-FD2E-ECB7-F2B55770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DF2701-551A-9658-9BBC-408F43143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D30F1B-7525-746A-9ACB-AEFA625B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A727C6-DD49-87CB-61BF-B7125DD5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D5BD7-F09E-BF4E-D01B-F8CD8FDB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0C4D58-FA6E-5EB2-BCA5-6D3C907B6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9CFB72-FC3D-ED18-4BCB-E01CFE4A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5DFB3B-0F2F-9208-73E2-860DFD7C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E4F884-B152-5BEE-D951-D956AB40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145CC-A939-67C0-392E-065A828F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674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B38EA-C11B-4AE2-A622-31CC6990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DFFFC667-6790-0AAB-739A-D2EA31A3E702}"/>
              </a:ext>
            </a:extLst>
          </p:cNvPr>
          <p:cNvSpPr>
            <a:spLocks noGrp="1"/>
          </p:cNvSpPr>
          <p:nvPr>
            <p:ph type="dgm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50DAEA-B1AF-2648-56E6-16CAE880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87B11-4378-B02C-AFF5-3973F05C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C8D986-B70E-B605-19EC-BA795D8D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1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4A1D6C-D33C-7D6D-1C38-3881BCE0B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1B4C23-55A6-1D4E-8466-7D1B45545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C58E8-DF47-FC9E-46A8-6056C8E89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FC245-1102-461A-B708-919B4E50DC2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F50B97-6FF5-2A95-E739-AB72EE74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3E45A-7AC7-766F-5B0E-AA5A181EA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9B3EC-E47B-4002-A2F0-FE4ED35B06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43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9E042-669A-D3E3-D977-ACF8A344CB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D125C3-11EE-A2DE-82DE-B63A7111A7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47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2EDB7-B1EA-D60B-A912-2D71CFA5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Chart Slide</a:t>
            </a:r>
            <a:endParaRPr lang="zh-CN" altLang="en-US"/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16461EC5-F0BE-7E7E-5DDC-4368C94D3BA8}"/>
              </a:ext>
            </a:extLst>
          </p:cNvPr>
          <p:cNvSpPr>
            <a:spLocks noGrp="1"/>
          </p:cNvSpPr>
          <p:nvPr>
            <p:ph type="dgm" idx="1"/>
          </p:nvPr>
        </p:nvSpPr>
        <p:spPr/>
      </p:sp>
    </p:spTree>
    <p:extLst>
      <p:ext uri="{BB962C8B-B14F-4D97-AF65-F5344CB8AC3E}">
        <p14:creationId xmlns:p14="http://schemas.microsoft.com/office/powerpoint/2010/main" val="1562016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Chart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2</cp:revision>
  <dcterms:created xsi:type="dcterms:W3CDTF">2026-07-23T15:10:16Z</dcterms:created>
  <dcterms:modified xsi:type="dcterms:W3CDTF">2026-07-23T15:10:28Z</dcterms:modified>
</cp:coreProperties>
</file>