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621" y="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13-457A-AB74-626165B09D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13-457A-AB74-626165B09D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48908256"/>
        <c:axId val="2048897696"/>
      </c:areaChart>
      <c:dateAx>
        <c:axId val="204890825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48897696"/>
        <c:crosses val="autoZero"/>
        <c:auto val="1"/>
        <c:lblOffset val="100"/>
        <c:baseTimeUnit val="days"/>
      </c:dateAx>
      <c:valAx>
        <c:axId val="2048897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4890825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62592-BFE9-44BD-297E-F53FCA27C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2563F8-2BD9-C11A-6963-2E7CF74EA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852E95-FA64-1409-BE62-AB7466B6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0106-167D-4B0F-B32A-000BFE9CE68D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715348-459F-CE39-2FE8-7F718136E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739857-3A48-C945-3557-69C89C5D2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8B-E83D-4F4E-B2D8-69593AE67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58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94061-C342-71E6-0C4C-59E06E875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918981-C6A4-95D4-568B-EA00B6CB1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C43CB5-F282-6417-A474-C801A013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0106-167D-4B0F-B32A-000BFE9CE68D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C32271-3259-AA3F-BA07-B013F80B1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E236AD-BEE8-019E-8650-00911916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8B-E83D-4F4E-B2D8-69593AE67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14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5339A2-C1F4-064B-A516-9C520371A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0A3335-5667-BE53-76B9-009825AEA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BA0B64-1A24-589A-3381-980E88BB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0106-167D-4B0F-B32A-000BFE9CE68D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7BE4DB-D078-ACB5-F2B7-E70ABE58B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E61076-CCBD-B2EE-4F37-04C0712F1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8B-E83D-4F4E-B2D8-69593AE67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091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7EBC37-A22E-1DDC-4305-FAD64DEAE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860253-E300-4C5D-D313-DA472467E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11CA10-A594-CA40-1C81-DB2E28FFE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48E4CB-E6A4-507B-2ED4-1BC5D9638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0106-167D-4B0F-B32A-000BFE9CE68D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90FD79-0047-813C-9C94-3D44CD144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B174C1-1191-FDFB-36A5-15E20666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8B-E83D-4F4E-B2D8-69593AE67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194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3BA102-4678-3701-0591-48CE2E44B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6395BA-D0A6-8403-947A-58CFF44E3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286F83-B814-C248-AF2F-66933542A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DB55BEC-8B38-3B86-6314-7E572E46C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824B54-9EBB-A0BE-847F-4514AF3D7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C7DD121-706B-688A-8178-969C8441C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0106-167D-4B0F-B32A-000BFE9CE68D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18AC91A-5724-97C5-07D0-446B98AA6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636569E-DB65-13AB-7B4F-F06F5E27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8B-E83D-4F4E-B2D8-69593AE67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574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CE579-8A95-CDD9-9473-508B12409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CD3A37-3908-3453-73A2-82423DF2C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0106-167D-4B0F-B32A-000BFE9CE68D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BFF2303-36F6-530A-715B-F9674C28B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0CE03F-F685-EBC4-CDC0-8EF0F7997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8B-E83D-4F4E-B2D8-69593AE67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499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6017B1-8BF4-A65E-75AA-893A6EDD0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0106-167D-4B0F-B32A-000BFE9CE68D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D3505C-03D4-E0CA-6972-CA10DA135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5B9340-2083-917A-02CA-5AB8AF2E7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8B-E83D-4F4E-B2D8-69593AE67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651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6AA4D7-6382-1133-89F1-D96E01C28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A4605A-DFB8-C3A4-40C2-5FAF2CEEF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5B495A-BE9B-4D61-1674-C3CFD085C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4EE8C2-F3CB-FE0B-2D96-18BA3C3D0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0106-167D-4B0F-B32A-000BFE9CE68D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733BAF-D80D-1FFB-55DC-C42EDA45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47FBDB-BC07-884A-5704-E0A89D20A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8B-E83D-4F4E-B2D8-69593AE67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606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98CAC1-153C-07D7-36B5-7DFD6C42B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80629D4-D299-5A76-8DD1-CB92DBFF3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A069C8-2B07-1288-F8FC-6193337F9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602E9D-1F8E-6648-E079-20EB84498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0106-167D-4B0F-B32A-000BFE9CE68D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1C86BB-7225-889A-390A-DF49C6F5E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8BEBFB-77AE-3F80-AD52-DC8DBF03B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8B-E83D-4F4E-B2D8-69593AE67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306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AB5104-0FB2-C542-FDC6-52D2DAAD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8E3C99-DB7C-1468-876F-B75EE3E9C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36B100-C04E-1074-8170-4EABD981A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0106-167D-4B0F-B32A-000BFE9CE68D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CA1627-8B79-3672-FFD8-A11C79D81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D6C2B1-71A5-A8E3-6328-449637B50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8B-E83D-4F4E-B2D8-69593AE67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199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BCD22C5-96E8-E4CA-9781-BB61E989AA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0802F6-657F-F937-C8F9-AE7B91FAC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490ECA-21A0-871F-74AE-B0633C618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0106-167D-4B0F-B32A-000BFE9CE68D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DFC785-56B6-C6C9-8382-A6BC6E5BC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731A94-D892-3C3E-1A05-484588B45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8B-E83D-4F4E-B2D8-69593AE67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103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01EEF-BC15-1A48-D46B-A2F4EB12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EC5428D2-62B6-066D-0EBE-DDAE2DD55ABE}"/>
              </a:ext>
            </a:extLst>
          </p:cNvPr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43216D-6BC7-D79C-F964-3F7F2D7A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0106-167D-4B0F-B32A-000BFE9CE68D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2D712F-10CA-3152-A6E2-70D713D4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48DDA7-39E6-0040-7C57-46A1AC1D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8B-E83D-4F4E-B2D8-69593AE67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332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3B3BC6B-B8AA-47EB-3617-64E15A89E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41294-BE50-BDDE-3560-DEA9B18C4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6414BA-90BE-4B1F-B749-2CE9712379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3A0106-167D-4B0F-B32A-000BFE9CE68D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574CCE-5A61-2A6D-63AB-4D04208EE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6BBB83-428D-BED4-4D57-36F1A7F79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E9478B-E83D-4F4E-B2D8-69593AE67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70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6246F9-8D1F-6831-A823-3036A2E8D5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DA94F2-DCFA-2865-ACAE-5A851D9B3D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825175"/>
      </p:ext>
    </p:extLst>
  </p:cSld>
  <p:clrMapOvr>
    <a:masterClrMapping/>
  </p:clrMapOvr>
  <p:transition spd="slow" advTm="3000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DB8240-924B-E908-6D0C-7B58B4B7BB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PPT COM Automation Demo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523665-8604-EA4A-3DF5-DD7FDDDCE1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78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50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756B5C-E801-B97F-9729-093554CD0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Q2 Results</a:t>
            </a:r>
            <a:endParaRPr lang="zh-CN" altLang="en-US"/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6D8A1100-9B12-7914-9A31-86154728A522}"/>
              </a:ext>
            </a:extLst>
          </p:cNvPr>
          <p:cNvSpPr>
            <a:spLocks noGrp="1"/>
          </p:cNvSpPr>
          <p:nvPr>
            <p:ph type="tbl" idx="1"/>
          </p:nvPr>
        </p:nvSpPr>
        <p:spPr/>
      </p:sp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90D961D3-9F06-4AF9-0B47-E94DF3BF0A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1936251"/>
              </p:ext>
            </p:extLst>
          </p:nvPr>
        </p:nvGraphicFramePr>
        <p:xfrm>
          <a:off x="1016000" y="1524000"/>
          <a:ext cx="10160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26931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宽屏</PresentationFormat>
  <Paragraphs>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PPT COM Automation Demo</vt:lpstr>
      <vt:lpstr>Q2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zheng</dc:creator>
  <cp:lastModifiedBy>meng zheng</cp:lastModifiedBy>
  <cp:revision>6</cp:revision>
  <dcterms:created xsi:type="dcterms:W3CDTF">2026-07-23T15:12:31Z</dcterms:created>
  <dcterms:modified xsi:type="dcterms:W3CDTF">2026-07-23T15:14:59Z</dcterms:modified>
</cp:coreProperties>
</file>