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2-4B53-8C71-3FFA6F1C80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2-4B53-8C71-3FFA6F1C8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1533103"/>
        <c:axId val="1861536943"/>
      </c:areaChart>
      <c:dateAx>
        <c:axId val="1861533103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1536943"/>
        <c:crosses val="autoZero"/>
        <c:auto val="1"/>
        <c:lblOffset val="100"/>
        <c:baseTimeUnit val="days"/>
      </c:dateAx>
      <c:valAx>
        <c:axId val="186153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15331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DA39C-9249-2B7A-C821-E66A2BAD5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1A7CFE-991E-7419-3DAE-9426CEA83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8CF9A3-CDE6-A41B-DA8E-06071B81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348E3-978B-DF28-2A7F-E460589B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86B95-E7A6-271B-44C9-B017BAFE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38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0EFE9-B255-78D3-9D9C-855F7B4C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640D1-D2D5-DB60-FBF3-B6A958770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D6F04-D58E-9161-5FB4-6384D1BB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49EB6-3BB9-7973-B785-2E5E44F3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D82E7-8475-4DFB-1319-847B2554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23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0073B-5E2C-7981-3538-567E808F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50ECE8-844C-BFCF-2AB4-EA103F5F8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B2C39-4FCC-5D29-E9BA-7CD63ED0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048CC-5835-81EA-DFEA-84EC72CE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F14E31-4F61-1DAF-F576-C74A0CD9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78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30306-61EF-4B1E-89D4-536B1EAD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22D54-5D52-E2A4-E805-05C767A59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F6676B-D5C1-B90C-B533-925EC942F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29D4B9-87D4-8063-EA0D-DD3EC2B7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BD4C7E-C371-54AB-0BC1-ADCE5F65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EF4952-1EEB-0178-6454-7A391EC7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49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69F20-108A-885C-4FBB-AD733E33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85C818-EF04-1219-52E2-D4A4CA58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7881EF-8748-B53F-DB0E-5972310F0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623362-87D5-5008-D0F3-1A774D8DC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C7A634-A437-927E-5C3C-22ABEA906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C58BD0-F74B-5970-7DA6-FB919F5A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9607FC-3DC6-9410-AFB6-D2B31208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D291D9-2AC2-84DA-891C-D023F0BE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9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8BB83-40D0-E818-BBAC-E6298997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1D6361-5D3D-5A7B-5F2F-FDC9A222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50327F-7207-490E-C121-45E3C4E3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44FB2F-8412-FCA6-DCA2-2F8A22FD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5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6921BA-8A26-721F-A4A6-AC1CAD0A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E3ED9C-A65B-F5CE-46C4-01A1E1C2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8734F2-C908-7A2E-782D-4449FDC5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44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BD05B-2B20-2F2C-E429-29C02672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CBB102-29AC-0037-80DF-F1B589516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56303F-8E57-BA1F-08B3-5CD32D958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E0BCE2-C048-4D11-63E7-01057716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537068-31C1-82CD-68E9-C9380926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C64CB-FB7D-903B-FD36-748905B7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35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DA281-DEA8-641D-16D3-272654B0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C7AAFA-2486-AEDA-B989-BB2022A69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B1DF45-3A3C-AA05-38D2-ECC9D6F4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2A998-0531-84B3-D248-76A8E0B7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F44F86-6E4A-1371-BF7B-550E5A13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C442D2-9536-ACD5-30DB-E79108D6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7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93E8B-55D9-3A9A-360D-8375F582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33BEE-1086-AA74-32AC-5F7DA8DEE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FC3E5-6784-2B0B-42D2-083820FD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32CE2-CB0D-1FDD-9E82-F6FE9D99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8518A-2B77-FA5B-F8D4-705CCA60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86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A72861-3041-F42C-0419-3701174C3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7CDE1F-3419-8688-489E-B89400BB2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1A4058-9F11-F47B-0F2D-71466FC3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52487B-685A-801B-18EC-8B67659C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CCEDD-7EB9-EBA1-20FA-1ED37051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17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47EC49-EAB7-771B-EE49-475FE541C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64315-F907-1CAB-ACCD-17D2DD636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EBC46-0E72-3D17-5A76-94D875123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ABDAA-6732-427C-9C9C-A6F65BDFBB0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F3517-5CAC-3CEA-602E-76CE60D8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DB2443-41FC-1709-B965-68F5DD1B0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1E03B-22C5-4AFB-A364-DBACDCA7A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17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31AA7-EBB1-25B0-B6FF-A2E6A80970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0C4E21-38FA-7FCE-002D-D99F2184F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6400E39B-4BD6-ED0F-47F1-F9D0A1725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6789680"/>
              </p:ext>
            </p:extLst>
          </p:nvPr>
        </p:nvGraphicFramePr>
        <p:xfrm>
          <a:off x="1016000" y="1524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974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2</cp:revision>
  <dcterms:created xsi:type="dcterms:W3CDTF">2026-07-23T15:11:38Z</dcterms:created>
  <dcterms:modified xsi:type="dcterms:W3CDTF">2026-07-23T15:12:00Z</dcterms:modified>
</cp:coreProperties>
</file>