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621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93138-EA10-6100-738D-E0B210274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CAE85E-06F2-9EC2-DB1D-594859C63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F1B109-7F50-5CE2-439F-A4A2A44A0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628B40-3CE1-F390-CEA2-E79B17E71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B51B9-C455-08D0-0B56-C42B34BD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74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BD757-96B7-63B4-BE01-19168F74A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0B1A1F-7B97-7ADB-A090-16B323C14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6C4C9-21D5-5141-97F7-E66A5249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6F2D34-48D0-D8F8-200D-9995F4D3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426FC-75D8-64A3-EA2A-BF6D4199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03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8982B-6147-6F14-A846-E84A0054A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8219E0-E6F2-FAA1-2530-21AAEF4D1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10C351-02A1-0FE2-B6C9-DBCB3F030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CE7D8A-AEFD-A36E-0013-15DC2617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542CAB-D914-03FF-6018-C51E369E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72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FFA30-D5F5-0133-487D-311C123F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58C17F-6440-8017-A1E0-B3E8A548E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68B7FB-F0CA-B0F4-872F-0C7679073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238F50-5CA0-93C4-992A-44C9B7C59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A465D3-AF90-405E-D6E8-EDDDEDD6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F682BE-BB84-849F-D4B3-0CED1620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465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65596-1D88-FA7E-EAEC-107F45BB5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A20871-EB2A-F598-6B76-FAD728A04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24B43D-09FD-D26A-0CBD-D7CBD1DF0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04FD3F-B679-BD90-C9F8-79B7B5311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4A799E-0D8C-E542-E4DE-FA2B05740C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7F623B-F8DE-CFA9-4619-452ADBA7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249B54-8438-AE21-D91C-FE119A71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EBA481-4FFD-9ECE-97A9-CCBA951F9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33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7259E-1653-2DD3-5ED6-8F7D01BB2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B2F831-1C95-E2BD-799A-78EE3B382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D207D4-43BE-B89F-7A7F-A77B8D6B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C0BC7C-98B2-25E4-7106-D4EAE6E3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70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DB28A0-0485-064E-4197-CDC46B0F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66CED9-56F0-CBE3-2C68-3070EBF4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037CBD-E5C9-39B3-CB52-09A4C3C7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86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D23633-33F9-7C05-F4F6-4A23D9413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EA0F6B-A0C1-6250-81A8-D71E6B0D1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8BDB72-1010-160B-516C-5B5592E61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50DC25-E5A4-9402-8DC7-4E4961584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907006-94BE-B8BC-E411-2998A9F5C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C2AB29-BD44-A2D9-E646-491A5AFF2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55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601F4-357B-2576-3AFC-5DC2D588B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0968AC-B65C-6B6A-1C15-BF0FB6982F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BB2EF8-74B5-EEEC-C8FF-76D6C43FC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6B3A63-5070-B060-5069-C4F22D55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D37A15-8F32-383F-4B53-1CA405AF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47809E-A6D5-58AD-6CDE-742B6039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0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D1C7F-8FF9-11A9-D42D-B87DED47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0F07F8-56C2-42C1-5D3F-56590547A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92CACD-E7B0-4746-0560-D832F809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3B1F4B-0B7A-F8E5-F6BA-8774E8F9B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6C2348-FADD-C041-E40B-70235AED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79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05EAEF-5466-0DF6-4AD3-AD909CF80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A303D3-252C-37C4-F05F-33652427E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D62C9A-0788-69DF-8166-E3D533B2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518F27-024B-F34E-92EA-14BE67582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ED5831-79B7-8BD8-54AB-7EB153AEB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26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290225-0668-AE20-60E6-4A725EEE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71B272-88AD-B031-34D0-A87D0B8EE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E95D7A-669E-2F57-3E74-E74A94E89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871F3-CB6F-40FD-95C9-ABEC011FDB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DF7106-C989-868E-C34D-C10569D26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7220BB-CB7C-1BE8-5336-28D86C0A2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CFDD7-73F7-4E26-AC7D-267524A216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86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369C5-D0AF-711E-3CF8-A77776444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5DA1A0-8B37-5361-B905-29641E21C8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037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1</cp:revision>
  <dcterms:created xsi:type="dcterms:W3CDTF">2026-07-23T15:09:48Z</dcterms:created>
  <dcterms:modified xsi:type="dcterms:W3CDTF">2026-07-23T15:09:58Z</dcterms:modified>
</cp:coreProperties>
</file>