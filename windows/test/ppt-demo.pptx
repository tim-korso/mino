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285A5-9CD5-8884-4F52-6B5C55DA8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B6BDBB-4FDA-3DD8-A0FC-BD8F46700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68F7EC-C4F4-F5D9-527B-9F76602C7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88CF14-77C5-EC13-861D-4907AFB1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B0660-D4C3-0DA2-6D74-A93AEAB2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65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AFAA8D-6449-6769-C8EC-57AB998F7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06280-9E89-DB26-290B-D708D059F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E7B618-E3EE-82AB-30FD-666A020C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964B34-CF95-F772-5387-50AA6BDB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66FDA-FCE6-681A-9A9E-CC8ED6BAE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482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88459-F775-BA0F-DA01-5B2375D8A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EDEB0-4512-1152-50FF-59D42C3E9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71E80D-BC82-FF0D-C3CF-92BD98CB8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DCDDAA-D9AF-693F-3DE2-8118E3B1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E3DF9D-EC83-5B9B-762D-95B546A5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790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0319B-87B1-755E-C29E-88D16DA9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BC2AB1-3645-D0D8-3914-AAE1BC3F2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20F69C-53EA-A6BB-7895-19C9788C7B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9D8C86-312B-7E55-9A27-39DA0CBC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803005-7485-5558-7027-60B833C0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224261-0103-4606-6B67-56DA052F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38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5DEF0E-5BF8-B0D9-64C6-705FE26C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C99027-1088-DAA1-3E47-B5FB7E0A3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C382F-636A-6460-E866-47C3A706A5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E43F95D-7715-87FF-8DCA-9C8D72F14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89BC6E4-B525-E5A2-C4D7-CB79C267D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CBF7D7A-0FC8-47C6-6571-3BC1636C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3CB7932-FAEE-6BF8-83D6-60574E7A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3A7B68-D226-F90B-4F27-0B37D116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91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E54D37-F100-D1FD-72D8-9BF37FC9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A86938D-3C7D-A0C8-C4AB-F61F96FF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502CA5-55E7-23CF-1D98-7DB222272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FF83C8-63A8-D018-FC71-53E776D22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11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26EAAE-CAFF-7DFA-8F2D-60662CF3B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AD2AA8-40B3-65A9-A9A9-8351BECD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27B1C3-6077-D3D8-ABEB-442C47C3B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094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E8C922-9140-A5B4-33DB-FF5BD04F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803D-BD42-FB82-ADDB-EAC600A2A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8868A-6FF2-299D-DC17-EC1B954ED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387983-CEC2-188B-3C70-912A6BC7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97CBC9-0978-FF98-24CF-94F8FE94D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6B07AB-2DD4-415C-130C-B23BEB9E0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36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EF392-0ECB-15DB-54CB-148FF46A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D0B1E32-FA04-10A6-4E70-FBB6583AF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39C9EB-B74B-6AEA-1FB1-86BD7D8A4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8417EC-1661-760C-4D12-6E5C08A9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64653C-D39A-CC59-54FA-AEC77D4A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7681EB-6CFB-D530-A75C-E476E936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707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DE0B8-B1E5-F3E7-784E-83D9CFAF9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477EFD-F024-A235-F5E9-366082344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4FB707-0849-F3FA-97CF-2A711976A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A24B98-80DA-A15E-71B6-7133D8004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632483-C16F-C5DB-CBC7-1355B14BA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54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7F249D-5F5A-6AA2-67D9-36501421DA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6A208-D76E-CDBB-EA8B-E4C9D55E6F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548D0D-5A68-FA47-093A-F7A9459F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95FF04-2538-76F9-09DE-57396277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835975-9753-10F8-A6C6-EBE9A6E3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638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6A4C7-3012-0371-D9E8-E2088343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5566DD5A-0D9A-1DA4-804C-C493162BBD73}"/>
              </a:ext>
            </a:extLst>
          </p:cNvPr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9A4E2-4390-B5EE-D6C4-6A3E8203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AE3BD3-C8E0-66B1-6258-822FB0279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8ED912-4B2A-8983-4E54-D5F7C0F1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285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53C46-1AC5-9B5F-E8DE-DB7EA5D3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AA59DEC6-354D-D3E9-ECD1-5D15B51F5E51}"/>
              </a:ext>
            </a:extLst>
          </p:cNvPr>
          <p:cNvSpPr>
            <a:spLocks noGrp="1"/>
          </p:cNvSpPr>
          <p:nvPr>
            <p:ph type="dgm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852B5F-FF5B-ABED-D00B-35055D719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BF4E81-D786-0962-B3F3-E4C1CB32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B2B6E3-E55C-4994-7A85-C272564A7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34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EDE04B-C037-D59A-11C8-00D4B849D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AFAA39-C739-F805-B660-3A67FB2EB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07A563-3B22-A7CE-27AA-AED4FDBA7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EE81AD-C37F-413A-9D61-4FEED4ECAB7B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182FC8-1823-5900-3043-E6362CDDA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A602D7-C682-BAD1-044F-D9CB9ED95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1FE08-EC61-4FE1-A36D-856E3FA6D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503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8222D-590D-994F-E95C-8D119F0B2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Q2 2026 Sales Review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E55AF0-5216-4120-CC16-2C98185B9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86105"/>
      </p:ext>
    </p:extLst>
  </p:cSld>
  <p:clrMapOvr>
    <a:masterClrMapping/>
  </p:clrMapOvr>
  <p:transition spd="slow" advTm="3000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E5B5A-BA21-7406-56ED-C60B56C2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Key Metrics</a:t>
            </a:r>
            <a:endParaRPr lang="zh-CN" altLang="en-US"/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23806899-3858-CF8B-F810-DE86DB5FE867}"/>
              </a:ext>
            </a:extLst>
          </p:cNvPr>
          <p:cNvSpPr>
            <a:spLocks noGrp="1"/>
          </p:cNvSpPr>
          <p:nvPr>
            <p:ph type="tbl" idx="1"/>
          </p:nvPr>
        </p:nvSpPr>
        <p:spPr/>
      </p:sp>
    </p:spTree>
    <p:extLst>
      <p:ext uri="{BB962C8B-B14F-4D97-AF65-F5344CB8AC3E}">
        <p14:creationId xmlns:p14="http://schemas.microsoft.com/office/powerpoint/2010/main" val="2649826951"/>
      </p:ext>
    </p:extLst>
  </p:cSld>
  <p:clrMapOvr>
    <a:masterClrMapping/>
  </p:clrMapOvr>
  <p:transition spd="slow" advTm="2000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50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4885C-5FF7-428E-9444-B4A26EBD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Chart Test</a:t>
            </a:r>
            <a:endParaRPr lang="zh-CN" altLang="en-US"/>
          </a:p>
        </p:txBody>
      </p:sp>
      <p:sp>
        <p:nvSpPr>
          <p:cNvPr id="3" name="SmartArt 占位符 2">
            <a:extLst>
              <a:ext uri="{FF2B5EF4-FFF2-40B4-BE49-F238E27FC236}">
                <a16:creationId xmlns:a16="http://schemas.microsoft.com/office/drawing/2014/main" id="{FE3F9F14-3922-3E0C-C949-743680A88091}"/>
              </a:ext>
            </a:extLst>
          </p:cNvPr>
          <p:cNvSpPr>
            <a:spLocks noGrp="1"/>
          </p:cNvSpPr>
          <p:nvPr>
            <p:ph type="dgm" idx="1"/>
          </p:nvPr>
        </p:nvSpPr>
        <p:spPr/>
      </p:sp>
    </p:spTree>
    <p:extLst>
      <p:ext uri="{BB962C8B-B14F-4D97-AF65-F5344CB8AC3E}">
        <p14:creationId xmlns:p14="http://schemas.microsoft.com/office/powerpoint/2010/main" val="72665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Q2 2026 Sales Review</vt:lpstr>
      <vt:lpstr>Key Metrics</vt:lpstr>
      <vt:lpstr>Chart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zheng</dc:creator>
  <cp:lastModifiedBy>meng zheng</cp:lastModifiedBy>
  <cp:revision>7</cp:revision>
  <dcterms:created xsi:type="dcterms:W3CDTF">2026-07-23T14:54:53Z</dcterms:created>
  <dcterms:modified xsi:type="dcterms:W3CDTF">2026-07-23T14:58:24Z</dcterms:modified>
</cp:coreProperties>
</file>